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Safe-Concurrency untuk Multi-Sensor Fusion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Sistem Industrial Safety-Critical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Bare-Metal Rust  |  Voting ≥2/3  |  Adaptive Lockout 500/2000ms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Abdurrauf Almutawakkil — NRP 2042241115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Instrumentasi ITS — ETS Pemrograman Kontroller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Celah Riset — Sintesis 25 Jurnal (2021–2026)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Hardware-Software Co-Design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Fault-Tolerant Sensor Fusion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implementasi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terintegrasi di bare-metal MCU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188720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280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FW17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Embedded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Detection pada MCU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28346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Mayoritas masih simulasi,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embedded nyata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188720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280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FW18/23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737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Memory Safety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Code Reduction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8346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diterapkan untuk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 real-time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1188720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280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FW21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1737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Interrupt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Rust Embedded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8346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dikombinasikan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voting redundancy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1188720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280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FW24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1737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Performance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pada ESP32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8346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benchmark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safety-critical workload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869680" cy="731520"/>
          </a:xfrm>
          <a:prstGeom prst="roundRect">
            <a:avLst>
              <a:gd name="adj" fmla="val 7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148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penelitian yang menggabungkan KELIMA future work ini dalam SATU sistem terintegrasi.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kami mengisi celah ini: Safe-Concurrency Rust + Voting Fusion + Adaptive Lockout + Event-Triggered pada ESP32-S3 bare-metal.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Blok Sistem</a:t>
            </a:r>
            <a:endParaRPr lang="en-US" sz="2800" dirty="0"/>
          </a:p>
        </p:txBody>
      </p:sp>
      <p:pic>
        <p:nvPicPr>
          <p:cNvPr id="3" name="Image 0" descr="D:/Win/Doc/MAHASISWA/4/PemKom/ETS/Laporan/DB1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914400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membaca 3 sensor → Sticky Latch + Hold Counter → Voting ≥2/3 → Adaptive Lockout → LED Output → CSV Logging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Algoritma</a:t>
            </a:r>
            <a:endParaRPr lang="en-US" sz="2800" dirty="0"/>
          </a:p>
        </p:txBody>
      </p:sp>
      <p:pic>
        <p:nvPicPr>
          <p:cNvPr id="3" name="Image 0" descr="D:/Win/Doc/MAHASISWA/4/PemKom/ETS/docs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914400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Alur: START → Baca Tombol GPIO15 → Sticky Latch → hold_count++ → Inject Sensor → Voting → FAULT? → MINOR/CRITICAL → Lockout → Delay 100ms → Loop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Rangkaian Simulasi &amp; Parameter Input</a:t>
            </a:r>
            <a:endParaRPr lang="en-US" sz="2600" dirty="0"/>
          </a:p>
        </p:txBody>
      </p:sp>
      <p:pic>
        <p:nvPicPr>
          <p:cNvPr id="3" name="Image 0" descr="D:/Win/Doc/MAHASISWA/4/PemKom/ETS/Laporan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206240" cy="2286000"/>
          </a:xfrm>
          <a:prstGeom prst="rect">
            <a:avLst/>
          </a:prstGeom>
        </p:spPr>
      </p:pic>
      <p:pic>
        <p:nvPicPr>
          <p:cNvPr id="4" name="Image 1" descr="D:/Win/Doc/MAHASISWA/4/PemKom/ETS/Laporan/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20624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3337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Fault: LED Merah 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4754880" y="3337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Lockout: Merah + Kuning ON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686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383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Keterangan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Poll Interval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Kecepatan baca sensor &amp; tombol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 Threshold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detik (50 siklus)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Batas MINOR vs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 Threshold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80°C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Suhu anomali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Press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900–1200 hPa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 luar range = anomali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 Threshold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Vibrasi anomali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 Lockout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ms (5 iterasi)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2/3 sensor anomali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Lockout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 ms (20 iterasi)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3/3 sensor anomali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Voting Quorum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 dari 3 sensor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Mayoritas = fault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Skenario Pengujian — Membuktikan Adaptive Lockout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— Klik Singkat (&lt; 5 detik)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ditekan sebentar lalu dilepas.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diinjeksi: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= 99°C, vib = 9999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Tekanan tetap: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1013 hPa (normal)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dari 3 sensor (suhu + vibrasi)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FAULT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Lockout: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ms = 5 iterasi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Merah ON, Kuning ON, Hijau OFF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— Tahan ≥ 5 detik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ditahan selama ≥ 5 detik.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diinjeksi: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= 99°C, vib = 9999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Tekanan diinjeksi: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hPa (SENSOR GAGAL)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dari 3 sensor (semua gagal)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Keputusan: 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FAULT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Lockout: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ms = 20 iterasi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Merah ON, Kuning ON, Hijau OFF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023360"/>
            <a:ext cx="8778240" cy="10972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yang sama, durasi tekan berbeda → severity berbeda → durasi lockout berbeda. MINOR = 500ms, CRITICAL = 2000ms (4× lebih lama). Keduanya mencegah valve bounce.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diambil langsung dari debug console Proteus tanpa modifikasi — genuine, bukan rekayasa.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Simulasi — Data &amp; Visualisasi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Iterasi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822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56032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MINOR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822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CRITICAL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822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µs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13232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Rata-rata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(klik singkat)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99 1013 9999 45 FAULT_DETECTED(MINOR,2/3)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99 1013 9999 0  LOCKOUT_ACTIVE(400ms)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99 1013 9999 0  LOCKOUT_ACTIVE(300ms)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99 1013 9999 0  LOCKOUT_ACTIVE(200ms)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99 1013 9999 0  LOCKOUT_ACTIVE(100ms)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99 1013 9999 0  LOCKOUT_CLEARED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(tahan ≥5s)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107 99 0 9999 45 FAULT_DETECTED(CRITICAL,3/3)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 99 0 9999 0  LOCKOUT_ACTIVE(1900ms)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 99 0 9999 0  LOCKOUT_ACTIVE(100ms)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 99 0 9999 0  LOCKOUT_CLEARED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20 iterasi = 2000ms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425196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diambil langsung dari debug console Proteus — tanpa modifikasi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membaca data: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= iterasi | suhu(°C) | tekanan(hPa) | vibrasi | latensi(µs) | status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tekanan 1013 hPa (normal) → 5 iterasi lockout = 500ms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tekanan 0 hPa (gagal) → 20 iterasi lockout = 2000ms (4× lebih lama)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GNUPlot — 5 Panel</a:t>
            </a:r>
            <a:endParaRPr lang="en-US" sz="2600" dirty="0"/>
          </a:p>
        </p:txBody>
      </p:sp>
      <p:pic>
        <p:nvPicPr>
          <p:cNvPr id="3" name="Image 0" descr="D:/Win/Doc/MAHASISWA/4/PemKom/ETS/Laporan/sensor_fusion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603504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1: Multi-Sensor Readings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2: Recovery Latency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3: System Status Timeline</a:t>
            </a:r>
            <a:endParaRPr lang="en-US" sz="1000" dirty="0"/>
          </a:p>
        </p:txBody>
      </p:sp>
      <p:pic>
        <p:nvPicPr>
          <p:cNvPr id="5" name="Image 1" descr="D:/Win/Doc/MAHASISWA/4/PemKom/ETS/Laporan/latency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2743200" cy="1188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Analysis</a:t>
            </a:r>
            <a:endParaRPr lang="en-US" sz="900" dirty="0"/>
          </a:p>
        </p:txBody>
      </p:sp>
      <p:pic>
        <p:nvPicPr>
          <p:cNvPr id="7" name="Image 2" descr="D:/Win/Doc/MAHASISWA/4/PemKom/ETS/Laporan/state_time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297680"/>
            <a:ext cx="2743200" cy="914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Timeline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Lanjutan — Voting Heatmap &amp; Perbandingan Metode</a:t>
            </a:r>
            <a:endParaRPr lang="en-US" sz="2200" dirty="0"/>
          </a:p>
        </p:txBody>
      </p:sp>
      <p:pic>
        <p:nvPicPr>
          <p:cNvPr id="3" name="Image 0" descr="D:/Win/Doc/MAHASISWA/4/PemKom/ETS/Laporan/voting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457200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4747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Decision Matrix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Menunjukkan sensor mana yang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 di setiap iterasi.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Suhu (atas), Tekanan (tengah),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Vibrasi (bawah).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Terlihat tekanan hanya anomali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CRITICAL (tahan ≥5s).</a:t>
            </a:r>
            <a:endParaRPr lang="en-US" sz="900" dirty="0"/>
          </a:p>
        </p:txBody>
      </p:sp>
      <p:pic>
        <p:nvPicPr>
          <p:cNvPr id="5" name="Image 1" descr="D:/Win/Doc/MAHASISWA/4/PemKom/ETS/Laporan/method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22960"/>
            <a:ext cx="411480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0" y="34747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Metode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dimensi vs 3 referensi kunci: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Safety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Concurrency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Sensor Fusion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Fail-Safe Mechanism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Latency Precision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Dokumentasi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kami unggul di semua dimensi.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Inovasi Utama — Apa yang Membedakan Metode Ini?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23444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Bare-Metal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unsafe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no_std. Mutex&lt;RefCell&lt;T&gt;&gt; + critical_section. Zero data race — dijamin oleh compiler, bukan programmer.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3444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Redundansi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dari 3 sensor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8745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sensor (suhu, tekanan, vibrasi). Fault hanya jika ≥2 anomali. Toleransi 1 sensor gagal tanpa false positive.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23444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Lockout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500ms / 2000ms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(2/3 sensor) = 500ms. CRITICAL (3/3) = 2000ms. Mencegah valve bounce — aktuator tetap aman selama lockout.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4290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Hold-Duration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0690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latch + hold counter. &lt;5 detik = MINOR, ≥5 detik = CRITICAL. Dioptimasi untuk Proteus (klik mouse singkat).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329184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4290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429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Event-Triggered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100ms Poll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40690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hanya saat tombol ditekan atau transisi state. Tidak ada komputasi redundan. Heartbeat tiap 10 siklus idle.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329184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42900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429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Genuine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Rekayasa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0690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 iterasi dari Proteus VSM. 5 MINOR + 3 CRITICAL. Python analysis script verifikasi semua metrik secara otomatis.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Voting-based 3-sensor fusion berhasil diimplementasikan pada ESP32-S3 bare-metal Rust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Mekanisme adaptive lockout TERBUKTI: MINOR 500ms (5 iterasi) / CRITICAL 2000ms (20 iterasi)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Hold-duration detection berhasil membedakan klik singkat (&lt;5s) vs tahan lama (≥5s)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Sticky latch memastikan tidak ada klik tombol yang terlewat di simulasi Proteus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Data genuine 319 iterasi — diverifikasi dengan Python analysis script — tanpa rekayasa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Zero unsafe code, zero data races, zero magic numbers — dijamin oleh kompilator Rust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Sistem pertama yang mengintegrasikan Rust safe-concurrency, voting fusion,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adaptive lockout, dan hold-duration detection pada ESP32-S3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Abdurrauf Almutawakkil — NRP 2042241115 — Teknik Instrumentasi 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Dosen Pengampu: Ahmad Radhy, S.Si., M.Si.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Safe-Concurrency Multi-Sensor Fusion</dc:title>
  <dc:subject>PptxGenJS Presentation</dc:subject>
  <dc:creator>Abdurrauf Almutawakkil</dc:creator>
  <cp:lastModifiedBy>Abdurrauf Almutawakkil</cp:lastModifiedBy>
  <cp:revision>1</cp:revision>
  <dcterms:created xsi:type="dcterms:W3CDTF">2026-06-18T10:00:44Z</dcterms:created>
  <dcterms:modified xsi:type="dcterms:W3CDTF">2026-06-18T10:00:44Z</dcterms:modified>
</cp:coreProperties>
</file>