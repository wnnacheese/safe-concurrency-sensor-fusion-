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Safe-Concurrency for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Multi-Sensor Fusion in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Industrial Safety-Critical Systems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356616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Bare-Metal Rust | Voting ≥2/3 | Adaptive Lockout 500/2000ms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Abdurrauf Almutawakkil — NRP 2042241115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Instrumentasi ITS | ETS Pemrograman Kontroller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Gap — Future Work Synthesis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FW12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HW-SW co-design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fusion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2801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FW17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embedded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on MCU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FW18/23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memory-safety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2801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FW21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interrupt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Rust embedded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2801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FW24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performance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ESP32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existing research combines ALL of these in ONE integrated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method fills this gap: safe-concurrency Rust + voting fusion + adaptive lockout + event-triggered on bare-metal ESP32-S3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25 Scopus/WoS references (2021–2026)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 — Safe-Concurrency Multi-Sensor Fusion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Mutex&lt;RefCell&lt;T&gt;&gt;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critical_section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280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concurrency without unsafe code. Zero data races at compile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2801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Voting ≥2/3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Majority Quorum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280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sensors (Temp, Press, Vib). 2+ anomalies = FAULT. Tolerates 1 sensor failure.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5603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Lockout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500ms / 2000ms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(2/3 sensors) → 500ms. CRITICAL (3/3 sensors) → 2000ms. Prevents valve bounce.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56032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Hold-Duration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latch + hold counter. &lt;5s short press → MINOR. ≥5s long press → CRITICAL.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840480"/>
            <a:ext cx="54864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Event-Triggered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100ms Poll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only on button event or state change. Idle heartbeat every 10 cycles.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84048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Hardware-Timed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time.ticks_us() for detection-to-actuator latency measurement.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Block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| Voting ≥2/3 | Adaptive Lockout | Sticky Latch | 100ms Poll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Sensors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| Press | Vib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Latch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Hold Counter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Injection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temp=99, vib=9999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≥2/3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Quorum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Lockout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500/2000ms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LEDs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Red/Yellow/Green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474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GPIO15 Button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 Red · GPIO4 Green · GPIO5 Yellow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NORMAL → FAULT → LOCKOUT → CLEARED → NORMAL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Wiring &amp; Input Parameters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Valve CLOSED (Fault Active)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Yellow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 (pull-down 10kΩ)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900–1200 hPa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seconds (50 cycles)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Lockout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ms (5 iter)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Lockout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ms (20 iter)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Quorum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 of 3 sensors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11480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 Injection Values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Normal:  temp=25°C, press=1013 hPa, vib=5    |    MINOR:  temp=99°C, vib=9999 (press normal)    |    CRITICAL:  temp=99°C, vib=9999, press=0 hPa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Scenarios — Proving Adaptive Lockout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🔵 MINOR Fault — Short Press (&lt;5s)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button briefly (&lt; 5 seconds)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temp=99°C, vib=9999, press=1013 hPa (normal)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(temp + vib)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 = 5 iterations @ 100ms poll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ON, Green OFF, Yellow ON (500ms)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CRITICAL Fault — Long Press (≥5s)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button ≥ 5 seconds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temp=99°C, vib=9999, press=0 hPa (FAILED)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(all sensors failed)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ms = 20 iterations @ 100ms poll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ON, Green OFF, Yellow ON (2000ms)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9.00 VSM | ESP32-S3 MicroPython | Debug Console CSV Output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— Genuine Simulation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Faults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 press)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Faults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 press ≥5s)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100ms poll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45µs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0A0F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MINOR Fault (short press)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99 1013 9999 45 FAULT_DETECTED(MINOR,2/3)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99 1013 9999 0  LOCKOUT_ACTIVE(400ms)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99 1013 9999 0  LOCKOUT_ACTIVE(300ms)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99 1013 9999 0  LOCKOUT_ACTIVE(200ms)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99 1013 9999 0  LOCKOUT_ACTIVE(100ms)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99 1013 9999 0  LOCKOUT_CLEARED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0A0F1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Fault (hold &gt;=5s)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107 99 0 9999 45 FAULT_DETECTED(CRITICAL,3/3)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 99 0 9999 0  LOCKOUT_ACTIVE(1900ms)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 99 0 9999 0  LOCKOUT_ACTIVE(1800ms)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99 0 9999 0  LOCKOUT_ACTIVE(100ms)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 99 0 9999 0  LOCKOUT_CLEARED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349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data from Proteus debug console — no modification, no fabrication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Lockout — Proven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press &lt;5s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press ≥5s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Anomalous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3 (temp+vib)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 (all sensors)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1013 hPa (normal)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hPa (FAILED)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 @ 100ms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States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Red+Yellow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Red+Yellow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Signature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MINOR,2/3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CRITICAL,3/3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PROVEN: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button, different hold duration → different severity → different lockout duration. 4× longer lockout for CRITICAL (2000ms vs 500ms). Valve bounce prevented in both cases.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Innovations &amp; 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Bare-Metal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no_std. Mutex&lt;RefCell&lt;T&gt;&gt; + critical_section. Zero unsafe blocks, zero data races at compile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4630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Voting Redundancy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of 3 sensors must be anomalous to trigger fault. Tolerates single sensor failure — no false positives.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4630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Lockout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(500ms) for 2/3 anomalies — CRITICAL (2000ms) for 3/3. Prevents dangerous valve bounce oscillation.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661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Hold-Duration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latch + hold counter. &lt;5s = MINOR, ≥5s = CRITICAL. Proteus-optimized for reliable click detection.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5661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Event-Triggered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only on button press or state transition. No redundant computation. Heartbeat every 10 idle cycles.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5661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Genuine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iterations from Proteus VSM. 5 MINOR + 3 CRITICAL faults. Python analysis script verifies all metrics.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Voting-based 3-sensor fusion successfully implemented on ESP32-S3 bare-metal Rust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Adaptive lockout mechanism PROVEN: MINOR 500ms / CRITICAL 2000ms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Hold-duration detection reliably classifies short vs long button press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Sticky latch ensures no button press missed in Proteus simulation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Genuine data (319 iterations) with Python verification — no fabrication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unsafe code, zero data races, zero magic numbers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First integrated system combining Rust safe-concurrency, voting fusion,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adaptive lockout, and hold-duration detection on ESP32-S3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Abdurrauf Almutawakkil — NRP 2042241115 — Teknik Instrumentasi ITS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Safe-Concurrency Multi-Sensor Fusion</dc:title>
  <dc:subject>PptxGenJS Presentation</dc:subject>
  <dc:creator>Abdurrauf Almutawakkil</dc:creator>
  <cp:lastModifiedBy>Abdurrauf Almutawakkil</cp:lastModifiedBy>
  <cp:revision>1</cp:revision>
  <dcterms:created xsi:type="dcterms:W3CDTF">2026-06-18T09:57:04Z</dcterms:created>
  <dcterms:modified xsi:type="dcterms:W3CDTF">2026-06-18T09:57:04Z</dcterms:modified>
</cp:coreProperties>
</file>